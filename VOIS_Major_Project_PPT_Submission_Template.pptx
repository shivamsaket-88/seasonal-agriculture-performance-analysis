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7" d="100"/>
          <a:sy n="87" d="100"/>
        </p:scale>
        <p:origin x="432" y="5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08-Sep-26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08-Sep-26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08-Sep-26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08-Sep-26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08-Sep-26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08-Sep-26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08-Sep-26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76624" y="3588198"/>
            <a:ext cx="5142822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Student Name- Shivam Saket </a:t>
            </a:r>
            <a:endParaRPr lang="en-IN" sz="1800" b="0" dirty="0">
              <a:solidFill>
                <a:schemeClr val="tx1"/>
              </a:solidFill>
            </a:endParaRPr>
          </a:p>
          <a:p>
            <a:r>
              <a:rPr lang="en-US" sz="1800" b="0" dirty="0">
                <a:solidFill>
                  <a:schemeClr val="tx1"/>
                </a:solidFill>
              </a:rPr>
              <a:t>College Name- </a:t>
            </a:r>
            <a:r>
              <a:rPr lang="en-US" sz="1800" b="0" dirty="0" smtClean="0">
                <a:solidFill>
                  <a:schemeClr val="tx1"/>
                </a:solidFill>
              </a:rPr>
              <a:t>Govt. </a:t>
            </a:r>
            <a:r>
              <a:rPr lang="en-US" sz="1800" b="0" dirty="0" err="1" smtClean="0">
                <a:solidFill>
                  <a:schemeClr val="tx1"/>
                </a:solidFill>
              </a:rPr>
              <a:t>Rewa</a:t>
            </a:r>
            <a:r>
              <a:rPr lang="en-US" sz="1800" b="0" dirty="0" smtClean="0">
                <a:solidFill>
                  <a:schemeClr val="tx1"/>
                </a:solidFill>
              </a:rPr>
              <a:t> Engineering College</a:t>
            </a:r>
            <a:endParaRPr lang="en-IN" sz="18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5" y="4576469"/>
            <a:ext cx="591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</a:t>
            </a:r>
            <a:r>
              <a:rPr lang="en-US" b="1" dirty="0" smtClean="0"/>
              <a:t>:  </a:t>
            </a:r>
            <a:r>
              <a:rPr lang="en-US" b="1" dirty="0" smtClean="0"/>
              <a:t>STU6811e00a8d4511746001930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7687" y="2253623"/>
            <a:ext cx="6637998" cy="3382244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sz="2800" dirty="0"/>
              <a:t>Agricultural performance varies across seasons due to changes in environmental conditions, farming practices, resource availability and market conditions.</a:t>
            </a:r>
          </a:p>
          <a:p>
            <a:r>
              <a:rPr lang="en-US" sz="2800" dirty="0"/>
              <a:t>The raw agricultural dataset contains information about crops, seasons, environmental conditions, resource utilization, production and economic performance, but the seasonal patterns are not directly visible.</a:t>
            </a:r>
          </a:p>
          <a:p>
            <a:r>
              <a:rPr lang="en-US" sz="2800" dirty="0"/>
              <a:t>This project aims to analyze the dataset to identify meaningful seasonal differences, trends, relationships and variations in agricultural performance.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8" y="2174492"/>
            <a:ext cx="8536355" cy="338224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b="1" dirty="0"/>
              <a:t>Seasonal Agriculture Performance Analysis</a:t>
            </a:r>
            <a:r>
              <a:rPr lang="en-US" sz="1400" dirty="0"/>
              <a:t> is a data analytics project focused on understanding how agricultural performance changes across different seasons, crops, geographical areas and farming conditions.</a:t>
            </a:r>
          </a:p>
          <a:p>
            <a:pPr marL="0" indent="0">
              <a:buNone/>
            </a:pPr>
            <a:r>
              <a:rPr lang="en-US" sz="1400" dirty="0"/>
              <a:t>The project uses Python-based data analysis, statistical techniques and data visualization to examine:</a:t>
            </a:r>
          </a:p>
          <a:p>
            <a:r>
              <a:rPr lang="en-US" sz="1400" dirty="0"/>
              <a:t>Crop yield and production </a:t>
            </a:r>
          </a:p>
          <a:p>
            <a:r>
              <a:rPr lang="en-US" sz="1400" dirty="0"/>
              <a:t>Environmental conditions </a:t>
            </a:r>
          </a:p>
          <a:p>
            <a:r>
              <a:rPr lang="en-US" sz="1400" dirty="0"/>
              <a:t>Fertilizer and pesticide usage </a:t>
            </a:r>
          </a:p>
          <a:p>
            <a:r>
              <a:rPr lang="en-US" sz="1400" dirty="0"/>
              <a:t>Irrigation and water utilization </a:t>
            </a:r>
          </a:p>
          <a:p>
            <a:r>
              <a:rPr lang="en-US" sz="1400" dirty="0"/>
              <a:t>Water efficiency </a:t>
            </a:r>
          </a:p>
          <a:p>
            <a:r>
              <a:rPr lang="en-US" sz="1400" dirty="0"/>
              <a:t>Revenue, cost and profit </a:t>
            </a:r>
          </a:p>
          <a:p>
            <a:r>
              <a:rPr lang="en-US" sz="1400" dirty="0"/>
              <a:t>Seasonal and crop-level variations </a:t>
            </a:r>
          </a:p>
          <a:p>
            <a:pPr marL="0" indent="0">
              <a:buNone/>
            </a:pPr>
            <a:r>
              <a:rPr lang="en-US" sz="1400" dirty="0"/>
              <a:t>The objective is to convert raw agricultural data into meaningful, evidence-based insights that can support agricultural planning and resource management.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754425" cy="3750017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600" b="1" dirty="0" smtClean="0"/>
              <a:t>Farmers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For understanding seasonal crop performance, resource usage and profitability.</a:t>
            </a:r>
          </a:p>
          <a:p>
            <a:pPr>
              <a:lnSpc>
                <a:spcPct val="120000"/>
              </a:lnSpc>
            </a:pPr>
            <a:r>
              <a:rPr lang="en-US" sz="3600" b="1" dirty="0" smtClean="0"/>
              <a:t>Agricultural </a:t>
            </a:r>
            <a:r>
              <a:rPr lang="en-US" sz="3600" b="1" dirty="0"/>
              <a:t>Departments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For studying seasonal agricultural patterns and regional performance.</a:t>
            </a:r>
          </a:p>
          <a:p>
            <a:pPr>
              <a:lnSpc>
                <a:spcPct val="120000"/>
              </a:lnSpc>
            </a:pPr>
            <a:r>
              <a:rPr lang="en-US" sz="3600" b="1" dirty="0" smtClean="0"/>
              <a:t>Agricultural </a:t>
            </a:r>
            <a:r>
              <a:rPr lang="en-US" sz="3600" b="1" dirty="0"/>
              <a:t>Researchers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For analyzing relationships between environmental conditions and crop outcomes.</a:t>
            </a:r>
          </a:p>
          <a:p>
            <a:pPr>
              <a:lnSpc>
                <a:spcPct val="120000"/>
              </a:lnSpc>
            </a:pPr>
            <a:r>
              <a:rPr lang="en-US" sz="3600" b="1" dirty="0" smtClean="0"/>
              <a:t>Irrigation </a:t>
            </a:r>
            <a:r>
              <a:rPr lang="en-US" sz="3600" b="1" dirty="0"/>
              <a:t>&amp; Resource Managers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For evaluating water utilization and irrigation efficiency.</a:t>
            </a:r>
          </a:p>
          <a:p>
            <a:pPr>
              <a:lnSpc>
                <a:spcPct val="120000"/>
              </a:lnSpc>
            </a:pPr>
            <a:r>
              <a:rPr lang="en-US" sz="3600" b="1" dirty="0" smtClean="0"/>
              <a:t>Agricultural </a:t>
            </a:r>
            <a:r>
              <a:rPr lang="en-US" sz="3600" b="1" dirty="0"/>
              <a:t>Planners &amp; Analysts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For supporting evidence-based agricultural planning and decision-making.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83777" y="1278384"/>
            <a:ext cx="6066692" cy="5324639"/>
          </a:xfrm>
        </p:spPr>
        <p:txBody>
          <a:bodyPr>
            <a:noAutofit/>
          </a:bodyPr>
          <a:lstStyle/>
          <a:p>
            <a:r>
              <a:rPr lang="en-US" sz="1600" b="1" dirty="0"/>
              <a:t>Programming Language</a:t>
            </a:r>
          </a:p>
          <a:p>
            <a:pPr marL="0" indent="0">
              <a:buNone/>
            </a:pPr>
            <a:r>
              <a:rPr lang="en-US" sz="1600" b="1" dirty="0" smtClean="0"/>
              <a:t>     </a:t>
            </a:r>
            <a:r>
              <a:rPr lang="en-US" sz="1600" dirty="0" smtClean="0"/>
              <a:t>Python</a:t>
            </a:r>
            <a:endParaRPr lang="en-US" sz="1600" dirty="0"/>
          </a:p>
          <a:p>
            <a:r>
              <a:rPr lang="en-US" sz="1600" b="1" dirty="0"/>
              <a:t>Libraries</a:t>
            </a:r>
          </a:p>
          <a:p>
            <a:pPr marL="0" indent="0">
              <a:buNone/>
            </a:pPr>
            <a:r>
              <a:rPr lang="en-US" sz="1600" b="1" dirty="0" smtClean="0"/>
              <a:t>     Pandas</a:t>
            </a:r>
            <a:r>
              <a:rPr lang="en-US" sz="1600" dirty="0" smtClean="0"/>
              <a:t> </a:t>
            </a:r>
            <a:r>
              <a:rPr lang="en-US" sz="1600" dirty="0"/>
              <a:t>— Data manipulation and analysis </a:t>
            </a:r>
          </a:p>
          <a:p>
            <a:pPr marL="0" indent="0">
              <a:buNone/>
            </a:pPr>
            <a:r>
              <a:rPr lang="en-US" sz="1600" b="1" dirty="0" smtClean="0"/>
              <a:t>     </a:t>
            </a:r>
            <a:r>
              <a:rPr lang="en-US" sz="1600" b="1" dirty="0" err="1" smtClean="0"/>
              <a:t>NumPy</a:t>
            </a:r>
            <a:r>
              <a:rPr lang="en-US" sz="1600" dirty="0" smtClean="0"/>
              <a:t> </a:t>
            </a:r>
            <a:r>
              <a:rPr lang="en-US" sz="1600" dirty="0"/>
              <a:t>— Numerical computation </a:t>
            </a:r>
          </a:p>
          <a:p>
            <a:pPr marL="0" indent="0">
              <a:buNone/>
            </a:pPr>
            <a:r>
              <a:rPr lang="en-US" sz="1600" b="1" dirty="0" smtClean="0"/>
              <a:t>     </a:t>
            </a:r>
            <a:r>
              <a:rPr lang="en-US" sz="1600" b="1" dirty="0" err="1" smtClean="0"/>
              <a:t>Matplotlib</a:t>
            </a:r>
            <a:r>
              <a:rPr lang="en-US" sz="1600" dirty="0" smtClean="0"/>
              <a:t> </a:t>
            </a:r>
            <a:r>
              <a:rPr lang="en-US" sz="1600" dirty="0"/>
              <a:t>— Data visualization </a:t>
            </a:r>
          </a:p>
          <a:p>
            <a:pPr marL="0" indent="0">
              <a:buNone/>
            </a:pPr>
            <a:r>
              <a:rPr lang="en-US" sz="1600" b="1" dirty="0" smtClean="0"/>
              <a:t>     </a:t>
            </a:r>
            <a:r>
              <a:rPr lang="en-US" sz="1600" b="1" dirty="0" err="1" smtClean="0"/>
              <a:t>Seaborn</a:t>
            </a:r>
            <a:r>
              <a:rPr lang="en-US" sz="1600" dirty="0" smtClean="0"/>
              <a:t> </a:t>
            </a:r>
            <a:r>
              <a:rPr lang="en-US" sz="1600" dirty="0"/>
              <a:t>— Statistical visualization </a:t>
            </a:r>
          </a:p>
          <a:p>
            <a:pPr marL="0" indent="0">
              <a:buNone/>
            </a:pPr>
            <a:r>
              <a:rPr lang="en-US" sz="1600" b="1" dirty="0" smtClean="0"/>
              <a:t>     </a:t>
            </a:r>
            <a:r>
              <a:rPr lang="en-US" sz="1600" b="1" dirty="0" err="1" smtClean="0"/>
              <a:t>SciPy</a:t>
            </a:r>
            <a:r>
              <a:rPr lang="en-US" sz="1600" dirty="0" smtClean="0"/>
              <a:t> </a:t>
            </a:r>
            <a:r>
              <a:rPr lang="en-US" sz="1600" dirty="0"/>
              <a:t>— Statistical analysis </a:t>
            </a:r>
          </a:p>
          <a:p>
            <a:r>
              <a:rPr lang="en-US" sz="1600" b="1" dirty="0" smtClean="0"/>
              <a:t>Platform</a:t>
            </a:r>
          </a:p>
          <a:p>
            <a:pPr marL="0" indent="0">
              <a:buNone/>
            </a:pPr>
            <a:r>
              <a:rPr lang="en-US" sz="1600" b="1" dirty="0" smtClean="0"/>
              <a:t>     </a:t>
            </a:r>
            <a:r>
              <a:rPr lang="en-US" sz="1600" dirty="0" smtClean="0"/>
              <a:t>Google </a:t>
            </a:r>
            <a:r>
              <a:rPr lang="en-US" sz="1600" dirty="0" err="1"/>
              <a:t>Colab</a:t>
            </a:r>
            <a:endParaRPr lang="en-US" sz="1600" dirty="0"/>
          </a:p>
          <a:p>
            <a:pPr marL="457200" lvl="1" indent="0">
              <a:lnSpc>
                <a:spcPct val="150000"/>
              </a:lnSpc>
              <a:buNone/>
            </a:pPr>
            <a:endParaRPr lang="en-IN" sz="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984466" cy="83099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RESULT-DATASET OVERVIEW</a:t>
            </a:r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57" y="1316960"/>
            <a:ext cx="4442983" cy="18288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608" y="1316960"/>
            <a:ext cx="4341106" cy="18244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75957" y="3512057"/>
            <a:ext cx="556882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activities across different seasons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crops and geographical areas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and soil conditions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utilization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 and yield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 performance 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925243" cy="830997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RESULT-SEASONAL PERFORMANCE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107" y="1201586"/>
            <a:ext cx="6628424" cy="37188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223107" y="4697571"/>
            <a:ext cx="348524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average yield: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average profit: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water efficiency: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Lowest/Highest disease risk: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366213"/>
            <a:ext cx="11123320" cy="830997"/>
          </a:xfrm>
        </p:spPr>
        <p:txBody>
          <a:bodyPr>
            <a:normAutofit/>
          </a:bodyPr>
          <a:lstStyle/>
          <a:p>
            <a:r>
              <a:rPr lang="en-US" sz="3600" dirty="0"/>
              <a:t>RESULTS — CROP &amp; SEASON PERFORMANCE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30" y="1275371"/>
            <a:ext cx="7976834" cy="46238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237392"/>
            <a:ext cx="11342077" cy="726801"/>
          </a:xfrm>
        </p:spPr>
        <p:txBody>
          <a:bodyPr>
            <a:normAutofit/>
          </a:bodyPr>
          <a:lstStyle/>
          <a:p>
            <a:r>
              <a:rPr lang="en-US" sz="4000" dirty="0"/>
              <a:t>RESULTS — WATER EFFICIENCY ANALYSIS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111262"/>
            <a:ext cx="4796141" cy="35932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878" y="1081452"/>
            <a:ext cx="5484810" cy="36224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432014" y="4608741"/>
            <a:ext cx="358303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water usage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water efficiency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yield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Irrigation method comparison 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80" y="366213"/>
            <a:ext cx="10261674" cy="830997"/>
          </a:xfrm>
        </p:spPr>
        <p:txBody>
          <a:bodyPr>
            <a:normAutofit/>
          </a:bodyPr>
          <a:lstStyle/>
          <a:p>
            <a:r>
              <a:rPr lang="en-US" sz="4000" dirty="0"/>
              <a:t>RESULTS — ECONOMIC PERFORMANCE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839" y="1163236"/>
            <a:ext cx="6441709" cy="38653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918829" y="4994592"/>
            <a:ext cx="364715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Revenue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Cost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Profit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Loss-making farm percentage 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/>
          <p:cNvSpPr/>
          <p:nvPr/>
        </p:nvSpPr>
        <p:spPr>
          <a:xfrm>
            <a:off x="940778" y="2015234"/>
            <a:ext cx="83526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Integration </a:t>
            </a:r>
            <a:r>
              <a:rPr lang="en-US" dirty="0"/>
              <a:t>of real-time weather and climate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Incorporation of historical multi-year agricultural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Development of predictive crop yield models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Crop recommendation based on seasonal conditions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Advanced water and resource optimization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Regional-level agricultural performance dashboards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Integration of real-time market price information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Machine Learning-based yield and profitability prediction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AutoShape 2" descr="Displaying VOIS data analyst inte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697" y="1521448"/>
            <a:ext cx="7366576" cy="46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8923" y="2414954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677</TotalTime>
  <Words>375</Words>
  <Application>Microsoft Office PowerPoint</Application>
  <PresentationFormat>Widescreen</PresentationFormat>
  <Paragraphs>78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 </vt:lpstr>
      <vt:lpstr>WHO ARE THE END USERS?</vt:lpstr>
      <vt:lpstr>Technology Used</vt:lpstr>
      <vt:lpstr>RESULT-DATASET OVERVIEW </vt:lpstr>
      <vt:lpstr>RESULT-SEASONAL PERFORMANCE</vt:lpstr>
      <vt:lpstr>RESULTS — CROP &amp; SEASON PERFORMANCE</vt:lpstr>
      <vt:lpstr>RESULTS — WATER EFFICIENCY ANALYSIS</vt:lpstr>
      <vt:lpstr>RESULTS — ECONOMIC PERFORMANCE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Shivam Saket</cp:lastModifiedBy>
  <cp:revision>104</cp:revision>
  <dcterms:created xsi:type="dcterms:W3CDTF">2021-07-11T13:13:15Z</dcterms:created>
  <dcterms:modified xsi:type="dcterms:W3CDTF">2026-09-08T14:42:41Z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